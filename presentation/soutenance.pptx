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ÉcoBâti — consommation énergétique du parc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Quels bâtiments et usages méritent un diagnostic énergétique après prise en compte de la surface et de la météo ?</a:t>
            </a:r>
          </a:p>
          <a:p>
            <a:pPr>
              <a:spcAft>
                <a:spcPts val="1800"/>
              </a:spcAft>
              <a:defRPr sz="2000"/>
            </a:pPr>
            <a:r>
              <a:t>Analyse reproductible dans Jupyter ; présentation modifiable.</a:t>
            </a:r>
          </a:p>
          <a:p>
            <a:pPr>
              <a:spcAft>
                <a:spcPts val="1800"/>
              </a:spcAft>
              <a:defRPr sz="2000"/>
            </a:pPr>
            <a:r>
              <a:t>Données fictives : aucune mission réelle ni effet causal démontré.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Question et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Quels bâtiments et usages méritent un diagnostic énergétique après prise en compte de la surface et de la météo ?</a:t>
            </a:r>
          </a:p>
          <a:p>
            <a:pPr>
              <a:spcAft>
                <a:spcPts val="1800"/>
              </a:spcAft>
              <a:defRPr sz="2000"/>
            </a:pPr>
            <a:r>
              <a:t>Contrôler les clés, les doublons et les valeurs invalides avant les agrégations.</a:t>
            </a:r>
          </a:p>
          <a:p>
            <a:pPr>
              <a:spcAft>
                <a:spcPts val="1800"/>
              </a:spcAft>
              <a:defRPr sz="2000"/>
            </a:pPr>
            <a:r>
              <a:t>Lire les unités et les hypothèses du notebook avant de comparer les résultats.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Qualité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{'table': 'consommations', 'brut': 4345, 'doublons': 25, 'rejets': 10, 'propre': 4310}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Indicateurs recalculés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observations : 4310</a:t>
            </a:r>
          </a:p>
          <a:p>
            <a:pPr>
              <a:spcAft>
                <a:spcPts val="1800"/>
              </a:spcAft>
              <a:defRPr sz="2000"/>
            </a:pPr>
            <a:r>
              <a:t>batiments : 120</a:t>
            </a:r>
          </a:p>
          <a:p>
            <a:pPr>
              <a:spcAft>
                <a:spcPts val="1800"/>
              </a:spcAft>
              <a:defRPr sz="2000"/>
            </a:pPr>
            <a:r>
              <a:t>consommation totale kwh : 191,317,429.4000</a:t>
            </a:r>
          </a:p>
          <a:p>
            <a:pPr>
              <a:spcAft>
                <a:spcPts val="1800"/>
              </a:spcAft>
              <a:defRPr sz="2000"/>
            </a:pPr>
            <a:r>
              <a:t>intensite mensuelle ponderee : 10.7580</a:t>
            </a:r>
          </a:p>
          <a:p>
            <a:pPr>
              <a:spcAft>
                <a:spcPts val="1800"/>
              </a:spcAft>
              <a:defRPr sz="2000"/>
            </a:pPr>
            <a:r>
              <a:t>mois incomplets :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Résultats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120 bâtiments ; 4310 observations mensuelles valides.</a:t>
            </a:r>
          </a:p>
          <a:p>
            <a:pPr>
              <a:spcAft>
                <a:spcPts val="1800"/>
              </a:spcAft>
              <a:defRPr sz="2000"/>
            </a:pPr>
            <a:r>
              <a:t>Intensité mensuelle pondérée : 10.76 kWh/m².</a:t>
            </a:r>
          </a:p>
          <a:p>
            <a:pPr>
              <a:spcAft>
                <a:spcPts val="1800"/>
              </a:spcAft>
              <a:defRPr sz="2000"/>
            </a:pPr>
            <a:r>
              <a:t>10 mois ont une couverture incomplète après exclusions.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Intensite mensuelle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6</a:t>
            </a:r>
          </a:p>
        </p:txBody>
      </p:sp>
      <p:pic>
        <p:nvPicPr>
          <p:cNvPr id="5" name="Picture 4" descr="intensite_mensue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Comparaison usages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7</a:t>
            </a:r>
          </a:p>
        </p:txBody>
      </p:sp>
      <p:pic>
        <p:nvPicPr>
          <p:cNvPr id="5" name="Picture 4" descr="comparaison_us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Meteo consommation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8</a:t>
            </a:r>
          </a:p>
        </p:txBody>
      </p:sp>
      <p:pic>
        <p:nvPicPr>
          <p:cNvPr id="5" name="Picture 4" descr="meteo_consom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332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Actions proposées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Investiguer les bâtiments les plus intenses au sein d’un même usage.</a:t>
            </a:r>
          </a:p>
          <a:p>
            <a:pPr>
              <a:spcAft>
                <a:spcPts val="1800"/>
              </a:spcAft>
              <a:defRPr sz="2000"/>
            </a:pPr>
            <a:r>
              <a:t>Vérifier les compteurs, occupations et surfaces avant tout classement définitif.</a:t>
            </a:r>
          </a:p>
          <a:p>
            <a:pPr>
              <a:spcAft>
                <a:spcPts val="1800"/>
              </a:spcAft>
              <a:defRPr sz="2000"/>
            </a:pPr>
            <a:r>
              <a:t>Construire ensuite un modèle de chauffage séparant usages de base et météo.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05F"/>
                </a:solidFill>
              </a:defRPr>
            </a:pPr>
            <a:r>
              <a:t>Limites et 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Données entièrement fictives ; DJU simulés.</a:t>
            </a:r>
          </a:p>
          <a:p>
            <a:pPr>
              <a:spcAft>
                <a:spcPts val="1800"/>
              </a:spcAft>
              <a:defRPr sz="2000"/>
            </a:pPr>
            <a:r>
              <a:t>Les ratios ne constituent ni un DPE ni un audit réglementaire.</a:t>
            </a:r>
          </a:p>
          <a:p>
            <a:pPr>
              <a:spcAft>
                <a:spcPts val="1800"/>
              </a:spcAft>
              <a:defRPr sz="2000"/>
            </a:pPr>
            <a:r>
              <a:t>Le ratio par DJU ne sépare pas le chauffage des autres consommations.</a:t>
            </a:r>
          </a:p>
          <a:p>
            <a:pPr>
              <a:spcAft>
                <a:spcPts val="1800"/>
              </a:spcAft>
              <a:defRPr sz="2000"/>
            </a:pPr>
            <a:r>
              <a:t>Aucune économie réelle ni réduction de CO₂ n’est démontrée.</a:t>
            </a:r>
          </a:p>
          <a:p>
            <a:pPr>
              <a:spcAft>
                <a:spcPts val="1800"/>
              </a:spcAft>
              <a:defRPr sz="2000"/>
            </a:pPr>
            <a:r>
              <a:t>Adapter les hypothèses et valider sur des données réelles avant toute décision.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Simulation pédagogique • données synthétiques •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EcoBati-Tableau</dc:title>
  <dc:subject>Analyse de données — projet personnel sur données synthétiques</dc:subject>
  <dc:creator>Imad Kaanane</dc:creator>
  <cp:keywords/>
  <dc:description>generated using python-pptx</dc:description>
  <cp:lastModifiedBy>Imad Kaanane</cp:lastModifiedBy>
  <cp:revision>1</cp:revision>
  <dcterms:created xsi:type="dcterms:W3CDTF">2013-01-27T09:14:16Z</dcterms:created>
  <dcterms:modified xsi:type="dcterms:W3CDTF">2013-01-27T09:15:58Z</dcterms:modified>
  <cp:category/>
</cp:coreProperties>
</file>